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Verdana"/>
              </a:rPr>
              <a:t>Fliks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B6BEC8"/>
                </a:solidFill>
                <a:latin typeface="Verdana"/>
              </a:rPr>
              <a:t>App Description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B6BEC8"/>
                </a:solidFill>
                <a:latin typeface="Verdana"/>
              </a:rPr>
              <a:t>Samsung Smart TV (Tizen) — package FliksMedia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B6BEC8"/>
                </a:solidFill>
                <a:latin typeface="Verdana"/>
              </a:rPr>
              <a:t>CP name: Clément Delestre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Revision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3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046"/>
                <a:gridCol w="1647865"/>
                <a:gridCol w="5885234"/>
                <a:gridCol w="2354093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Version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Date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Author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1.0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2026.08.03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First submission of Fliks 2.0.0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Clément Delestre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What the app is, and what it needs to run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UI Structure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Usage Scenario (server pairing and log-in)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Menu &amp; function description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Key policy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FFFFF"/>
                </a:solidFill>
                <a:latin typeface="Verdana"/>
              </a:rPr>
              <a:t>• How to change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What Fliks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6BEC8"/>
                </a:solidFill>
                <a:latin typeface="Verdana"/>
              </a:rPr>
              <a:t>Read this first: the app cannot be tested without a server.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Verdana"/>
              </a:rPr>
              <a:t>• Fliks plays the video files a user already owns. It is the TV client of a self-hosted media server the user runs at home.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Verdana"/>
              </a:rPr>
              <a:t>• The app ships no content of its own and no catalogue: everything shown comes from the server the user pairs with. There is no purchase, no subscription and no in-app payment.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Verdana"/>
              </a:rPr>
              <a:t>• On first launch the app therefore asks for a server address, then for an account on that server.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Verdana"/>
              </a:rPr>
              <a:t>• A public test server is provided for validation — credentials on the next slide.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Verdana"/>
              </a:rPr>
              <a:t>• Video is played with the Samsung AVPlay API (HLS, fMP4 and TS); the server converts the file on the fly when the TV cannot decode the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UI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6BEC8"/>
                </a:solidFill>
                <a:latin typeface="Verdana"/>
              </a:rPr>
              <a:t>Depth navigation. Every screen is reached with the D-pad.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1st depth — Server setup (first launch only): enter the server address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2nd depth — User picker: pick an account, or "Enter another user"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3rd depth — Log in: username + password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1st depth — Home: Libraries, Continue watching, Recently added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2nd depth — Library (e.g. Movies): grid, Suggestions, Genres, Collections, Likes</a:t>
            </a:r>
          </a:p>
          <a:p>
            <a:pPr lvl="2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3rd depth — Media detail: synopsis, cast, file information, Play / Resume</a:t>
            </a:r>
          </a:p>
          <a:p>
            <a:pPr lvl="2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4th depth — Player: full-screen playback, audio and subtitle tracks, quality</a:t>
            </a:r>
          </a:p>
          <a:p>
            <a:pPr lvl="2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3rd depth — Series detail: seasons and episodes → 4th depth Player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1st depth — Sidebar: Home, Search, My profile, Playlists, History, Requests, Activity, Calendar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2nd depth — Search: results by title, person or genre → Media detail</a:t>
            </a:r>
          </a:p>
          <a:p>
            <a:pPr lvl="1">
              <a:spcAft>
                <a:spcPts val="7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– 2nd depth — My profile / Settings: display, playback, languages, account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Usage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6BEC8"/>
                </a:solidFill>
                <a:latin typeface="Verdana"/>
              </a:rPr>
              <a:t>Log-in flow, as the template requires. No payment step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1 — Launch the app. On a first launch the "Server" screen is shown.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2 — Enter the test server address with the on-screen keyboard: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3 — The user picker appears ("Who's watching?"). Select the test account: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4 — Enter its password: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5 — Home is shown. Move focus with the D-pad, press ENTER to open a title.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6 — On the media detail screen, press ENTER on "Play" to start playback.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7 — During playback: LEFT/RIGHT seek, ENTER pauses and resumes, RETURN goes back to the detail screen.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FFFFFF"/>
                </a:solidFill>
                <a:latin typeface="Verdana"/>
              </a:rPr>
              <a:t>• Step 8 — RETURN from Home closes the app (Fliks is not a game app, so no exit pop-up is shown); EXIT closes it as well and returns to broadcasting.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6BEC8"/>
                </a:solidFill>
                <a:latin typeface="Verdana"/>
              </a:rPr>
              <a:t>Test account for validation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Verdana"/>
              </a:rPr>
              <a:t>Server address:  fliks-demo.delestre.me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Verdana"/>
              </a:rPr>
              <a:t>User:  user-demo        Password:  user-demo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Menu &amp; function description —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Home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Libraries the account can see, "Continue watching" with the resume position of every unfinished title, and "Recently added".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Focus moves with UP/DOWN between rows and LEFT/RIGHT inside a row; ENTER opens the focused title.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Menu &amp; function description — Library and navigation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4-libr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Library and navigation menu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The left menu reaches Home, Search, the libraries, Playlists, Downloads, History, Requests, Activity and Calendar.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A library lists its titles as a poster grid, with sorting and the Suggestions, Genres, Collections and Likes tabs.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Menu &amp; function description — Media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-movie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Media detail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Poster, rating, year, runtime, genres and synopsis, plus the audio and subtitle tracks found in the file.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"Resume" continues at the stored position, "From the beginning" restarts. "File information" shows the real codecs, bitrate and resolution.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Menu &amp; function description — Player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-playb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949440" cy="3909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7830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Verdana"/>
              </a:rPr>
              <a:t>Player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Full-screen playback through the Samsung AVPlay API. The bar shows the elapsed and total time and the buffered range.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B6BEC8"/>
                </a:solidFill>
                <a:latin typeface="Verdana"/>
              </a:rPr>
              <a:t>• Controls: play/pause, skip back and forward, subtitle track, audio track, and playback settings (quality, speed).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Key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B6BEC8"/>
                </a:solidFill>
                <a:latin typeface="Verdana"/>
              </a:rPr>
              <a:t>Every key below is handled by the app; the rest is left to the TV.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8716"/>
                <a:gridCol w="6982287"/>
                <a:gridCol w="2363235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Button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Action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Remarks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UP / DOWN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Move focus between rows, menu items and form fields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/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LEFT / RIGHT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Move focus inside a row. During playback: seek backward / forward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/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ENTER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Activate the focused item. On the player: pause and resume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/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RETURN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Close the topmost overlay, then go back one depth. At the top level: close the app (tizen.application.exit)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Samsung Mandatory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EXIT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Close the app and return to broadcasting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Samsung Mandatory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Ch. Up/Down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N/R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/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Colour buttons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N/R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/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Verdana"/>
              </a:rPr>
              <a:t>How to change languages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70432"/>
            <a:ext cx="1463040" cy="50800"/>
          </a:xfrm>
          <a:prstGeom prst="rect">
            <a:avLst/>
          </a:prstGeom>
          <a:solidFill>
            <a:srgbClr val="7A3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5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Items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Verdana"/>
                        </a:rPr>
                        <a:t>Contents</a:t>
                      </a:r>
                    </a:p>
                  </a:txBody>
                  <a:tcPr>
                    <a:solidFill>
                      <a:srgbClr val="2A31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Supported languages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English, French, Spanish, German, Italian and Portuguese.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Default behaviour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The app follows the TV OSD language. With the TV set to one of the six languages, the whole UI is shown in it; any other setting falls back to English.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How to check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Change the TV OSD language (Settings &gt; General &gt; System Manager &gt; Language) and relaunch the app — or override it in the app itself: My profile &gt; Display &gt; Language.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Media titles and synopses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Verdana"/>
                        </a:rPr>
                        <a:t>Served by the user's own server in its metadata language; independent of the UI language above.</a:t>
                      </a:r>
                    </a:p>
                  </a:txBody>
                  <a:tcPr>
                    <a:solidFill>
                      <a:srgbClr val="1D23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